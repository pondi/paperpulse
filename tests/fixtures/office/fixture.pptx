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0303B4-1E05-46AD-8225-5A3D2E272F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D1F502-8F69-41C8-8D2A-537D33600C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2F462E-C5B8-4AD0-9C6D-790EF75C5A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AE9890-8E14-4B71-9573-8A76B7C684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55237E-ADCB-4C55-A153-54C886EDC3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9F42F7-05D5-4C9C-BA26-0854054648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F258E0-DB82-4D6C-BE26-0DD10A24AB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183AAD-81B8-4F6E-99D8-371B078246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FEB422-4B66-480F-BB2A-54614AA764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C8104E-39FF-4574-A92E-8C43D35EEB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A45F06-6782-4C16-B7E5-AD52CD0ED8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F7A161-EFB4-4E45-AA62-42E2F9E31A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11901CD-BABC-4F5C-B910-42D7ABB1223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60000" y="360000"/>
            <a:ext cx="54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Fixture invoice 123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LibreOffice/7.3.7.2$Linux_AARCH64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